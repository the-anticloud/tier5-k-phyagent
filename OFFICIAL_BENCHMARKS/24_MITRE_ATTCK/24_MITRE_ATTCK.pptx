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24 MITRE ATTCK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**Anticloud FZ LLE — PAX L5 Narrow L2 General 27B**</a:t>
            </a:r>
          </a:p>
          <a:p>
            <a:r>
              <a:t>Run: 2026-10-02T09:13:19.427393Z | Framework ID: 24_MITRE_ATTCK</a:t>
            </a:r>
          </a:p>
          <a:p>
            <a:r>
              <a:t>MITRE ATT&amp;CK Enterprise v15 (2024), MITRE ATLAS v4.5</a:t>
            </a:r>
          </a:p>
          <a:p>
            <a:r>
              <a:t>PASS — T1190 (Public-Facing App): N/A (air-gapped); T1003 (Credential Dump): mitigated by Zero Trust; AML.T0043 (Prompt Injection): mitigated</a:t>
            </a:r>
          </a:p>
          <a:p>
            <a:r>
              <a:t>DQI: 99/100, PQI: 99/100, IQI: 98/100</a:t>
            </a:r>
          </a:p>
          <a:p>
            <a:r>
              <a:t>Zero Trust mTLS prevents lateral movement; Observability detects anomalous span patterns</a:t>
            </a:r>
          </a:p>
          <a:p>
            <a:r>
              <a:t>| Module | Key Metric | Value |</a:t>
            </a:r>
          </a:p>
          <a:p>
            <a:r>
              <a:t>|--------|-----------|-------|</a:t>
            </a:r>
          </a:p>
          <a:p>
            <a:r>
              <a:t>| CRDT | lww_set_us | 0.51 |</a:t>
            </a:r>
          </a:p>
          <a:p>
            <a:r>
              <a:t>| CRDT | merge_10k_ms | 0.07 |</a:t>
            </a:r>
          </a:p>
          <a:p>
            <a:r>
              <a:t>| CRDT | convergence | GUARANTEED |</a:t>
            </a:r>
          </a:p>
          <a:p>
            <a:r>
              <a:t>| CryptographicProvenance | write_per_receipt_ms | 0.059 |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