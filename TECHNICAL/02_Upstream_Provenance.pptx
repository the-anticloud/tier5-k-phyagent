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Genesis-Embodied-AI/Genesis |</a:t>
            </a:r>
          </a:p>
          <a:p>
            <a:r>
              <a:t>| Commit | de8da45c91af86bf236e4c4dad78b85d9b996f70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222.37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K_PHYAGENT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